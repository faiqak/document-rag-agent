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742432" y="1572768"/>
            <a:ext cx="685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888736" y="1783080"/>
            <a:ext cx="384048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88736" y="1938528"/>
            <a:ext cx="384048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88736" y="2093976"/>
            <a:ext cx="256032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RAG Agent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Any Document Using Retrieval-Augmented Generation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LangChain  ·  OpenAI API  ·  FAISS  ·  Streamlit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PDF · DOCX · TXT · CSV · XLSX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an LLM's general knowledge, this app retrieves relevant information directly from a document the user uploads — then answers strictly from that content.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07208" y="265176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07208" y="2651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776" y="265176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65776" y="2651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4344" y="265176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24344" y="2651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26517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82912" y="265176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82912" y="2651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4864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9776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07208" y="397764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807208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39776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65776" y="397764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065776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40296" y="39776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24344" y="397764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324344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397764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82912" y="397764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582912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" y="5468112"/>
            <a:ext cx="594360" cy="59436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8680" y="5468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691640" y="5303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pipelines meet at query time: the question is embedded the same way documents are, so FAISS can find chunks that are semantically close to it — not just keyword matches.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27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API key &amp; upload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an OpenAI key and uploads a document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627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file type &amp; load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loader reads PDF, DOCX, TXT, CSV, or XLSX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77072" y="1627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77072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text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split into overlapping chunks for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store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convert chunks into vectors in FAISS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657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90872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embedded and matched to relevant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6576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77072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77072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context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passed to the LLM, which replies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Supported 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9224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11096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document format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40864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 question answering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852928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77063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using embeddings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282696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004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712464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63016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chunk size &amp; overlap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4142232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059936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number of retrieved chunks (top-k)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89704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via Streamlit session state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5001768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5001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91947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chunks shown for transparency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5431536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431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3492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 selection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FILE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1965960"/>
            <a:ext cx="4297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71232" y="211226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71232" y="2112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15200" y="2916936"/>
            <a:ext cx="4297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71232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57123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3300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Docx2txtLoader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15200" y="3867912"/>
            <a:ext cx="4297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71232" y="40142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571232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15200" y="4818888"/>
            <a:ext cx="4297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71232" y="49651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571232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rows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315200" y="5769864"/>
            <a:ext cx="4297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71232" y="59161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571232" y="5916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229600" y="5843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8229600" y="6153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OpenPyXL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48056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00888" y="141732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0888" y="1417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4208" y="141732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04208" y="1417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528" y="141732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07528" y="1417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0888" y="27432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888" y="2743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4208" y="27432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4208" y="2743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07528" y="27432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7528" y="2743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0888" y="40690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0888" y="40690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04208" y="40690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4208" y="40690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Docx2txt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07528" y="40690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F3A5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07528" y="40690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77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Retrieval-Augmented Generation grounds an AI assistant's answers in a user's own documents.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2026-09-05T10:29:35Z</dcterms:created>
  <dcterms:modified xsi:type="dcterms:W3CDTF">2026-09-05T10:29:35Z</dcterms:modified>
</cp:coreProperties>
</file>